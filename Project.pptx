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6" d="100"/>
          <a:sy n="76" d="100"/>
        </p:scale>
        <p:origin x="10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12/20/2024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447"/>
            <a:ext cx="7772400" cy="1518406"/>
          </a:xfrm>
        </p:spPr>
        <p:txBody>
          <a:bodyPr/>
          <a:lstStyle/>
          <a:p>
            <a:r>
              <a:rPr dirty="0">
                <a:solidFill>
                  <a:schemeClr val="accent4">
                    <a:lumMod val="75000"/>
                  </a:schemeClr>
                </a:solidFill>
              </a:rPr>
              <a:t>CYBER GYAN VIRTUAL INTERNSHIP PROGRAM</a:t>
            </a:r>
          </a:p>
        </p:txBody>
      </p:sp>
      <p:sp>
        <p:nvSpPr>
          <p:cNvPr id="3" name="Subtitle 2"/>
          <p:cNvSpPr>
            <a:spLocks noGrp="1"/>
          </p:cNvSpPr>
          <p:nvPr>
            <p:ph type="subTitle" idx="1"/>
          </p:nvPr>
        </p:nvSpPr>
        <p:spPr>
          <a:xfrm>
            <a:off x="1430323" y="3154260"/>
            <a:ext cx="6400800" cy="3527570"/>
          </a:xfrm>
        </p:spPr>
        <p:txBody>
          <a:bodyPr>
            <a:noAutofit/>
          </a:bodyPr>
          <a:lstStyle/>
          <a:p>
            <a:r>
              <a:rPr dirty="0">
                <a:solidFill>
                  <a:srgbClr val="FF0000"/>
                </a:solidFill>
              </a:rPr>
              <a:t>Centre for Development of Advanced Computing (CDAC), Noida</a:t>
            </a:r>
          </a:p>
          <a:p>
            <a:endParaRPr dirty="0"/>
          </a:p>
          <a:p>
            <a:r>
              <a:rPr dirty="0">
                <a:solidFill>
                  <a:srgbClr val="00B0F0"/>
                </a:solidFill>
              </a:rPr>
              <a:t>Submitted By:</a:t>
            </a:r>
          </a:p>
          <a:p>
            <a:r>
              <a:rPr lang="en-IN" dirty="0">
                <a:solidFill>
                  <a:srgbClr val="00B050"/>
                </a:solidFill>
              </a:rPr>
              <a:t>Sameer Singh</a:t>
            </a:r>
            <a:endParaRPr dirty="0">
              <a:solidFill>
                <a:srgbClr val="00B050"/>
              </a:solidFill>
            </a:endParaRPr>
          </a:p>
          <a:p>
            <a:r>
              <a:rPr dirty="0">
                <a:solidFill>
                  <a:srgbClr val="00B050"/>
                </a:solidFill>
              </a:rPr>
              <a:t>Project Trainee, (</a:t>
            </a:r>
            <a:r>
              <a:rPr lang="en-IN" dirty="0">
                <a:solidFill>
                  <a:srgbClr val="00B050"/>
                </a:solidFill>
              </a:rPr>
              <a:t>Nov</a:t>
            </a:r>
            <a:r>
              <a:rPr dirty="0">
                <a:solidFill>
                  <a:srgbClr val="00B050"/>
                </a:solidFill>
              </a:rPr>
              <a:t>-</a:t>
            </a:r>
            <a:r>
              <a:rPr lang="en-IN" dirty="0">
                <a:solidFill>
                  <a:srgbClr val="00B050"/>
                </a:solidFill>
              </a:rPr>
              <a:t>Dec </a:t>
            </a:r>
            <a:r>
              <a:rPr dirty="0">
                <a:solidFill>
                  <a:srgbClr val="00B050"/>
                </a:solidFill>
              </a:rPr>
              <a:t>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1"/>
            <a:ext cx="8229600" cy="6727971"/>
          </a:xfrm>
        </p:spPr>
        <p:txBody>
          <a:bodyPr>
            <a:normAutofit/>
          </a:bodyPr>
          <a:lstStyle/>
          <a:p>
            <a:r>
              <a:rPr lang="en-IN" dirty="0">
                <a:solidFill>
                  <a:srgbClr val="00B0F0"/>
                </a:solidFill>
              </a:rPr>
              <a:t>Title:</a:t>
            </a:r>
            <a:br>
              <a:rPr lang="en-IN" dirty="0">
                <a:solidFill>
                  <a:srgbClr val="00B0F0"/>
                </a:solidFill>
              </a:rPr>
            </a:br>
            <a:r>
              <a:rPr dirty="0">
                <a:solidFill>
                  <a:srgbClr val="00B0F0"/>
                </a:solidFill>
              </a:rPr>
              <a:t>Audio Forensics Project</a:t>
            </a:r>
          </a:p>
        </p:txBody>
      </p:sp>
      <p:sp>
        <p:nvSpPr>
          <p:cNvPr id="3" name="Content Placeholder 2"/>
          <p:cNvSpPr>
            <a:spLocks noGrp="1"/>
          </p:cNvSpPr>
          <p:nvPr>
            <p:ph idx="1"/>
          </p:nvPr>
        </p:nvSpPr>
        <p:spPr>
          <a:xfrm rot="11110652" flipV="1">
            <a:off x="3730957" y="5001317"/>
            <a:ext cx="2962885" cy="289997"/>
          </a:xfrm>
        </p:spPr>
        <p:txBody>
          <a:bodyPr>
            <a:normAutofit fontScale="47500" lnSpcReduction="20000"/>
          </a:bodyPr>
          <a:lstStyle/>
          <a:p>
            <a:pPr marL="0" indent="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Problem Statement</a:t>
            </a:r>
          </a:p>
        </p:txBody>
      </p:sp>
      <p:sp>
        <p:nvSpPr>
          <p:cNvPr id="3" name="Content Placeholder 2"/>
          <p:cNvSpPr>
            <a:spLocks noGrp="1"/>
          </p:cNvSpPr>
          <p:nvPr>
            <p:ph idx="1"/>
          </p:nvPr>
        </p:nvSpPr>
        <p:spPr/>
        <p:txBody>
          <a:bodyPr/>
          <a:lstStyle/>
          <a:p>
            <a:r>
              <a:rPr dirty="0"/>
              <a:t>Analyze and compare the suspect's voice recorded in a controlled environment with evidence recordings to verify if they match. This analysis plays a critical role in solving crimes and linking suspects to criminal activities.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Technology/Tools to be Used</a:t>
            </a:r>
          </a:p>
        </p:txBody>
      </p:sp>
      <p:sp>
        <p:nvSpPr>
          <p:cNvPr id="3" name="Content Placeholder 2"/>
          <p:cNvSpPr>
            <a:spLocks noGrp="1"/>
          </p:cNvSpPr>
          <p:nvPr>
            <p:ph idx="1"/>
          </p:nvPr>
        </p:nvSpPr>
        <p:spPr/>
        <p:txBody>
          <a:bodyPr/>
          <a:lstStyle/>
          <a:p>
            <a:r>
              <a:rPr dirty="0"/>
              <a:t>- Audacity: Noise reduction and audio segmentation.</a:t>
            </a:r>
          </a:p>
          <a:p>
            <a:r>
              <a:rPr dirty="0"/>
              <a:t>- </a:t>
            </a:r>
            <a:r>
              <a:rPr dirty="0" err="1"/>
              <a:t>Goldwave</a:t>
            </a:r>
            <a:r>
              <a:rPr dirty="0"/>
              <a:t>: Advanced audio analysis and feature extraction.</a:t>
            </a:r>
          </a:p>
          <a:p>
            <a:r>
              <a:rPr dirty="0"/>
              <a:t>- AI/ML: Pattern recognition and voice matching.</a:t>
            </a:r>
          </a:p>
          <a:p>
            <a:r>
              <a:rPr dirty="0"/>
              <a:t>- Open-Source APIs: For automated processing and validation.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About the Problem</a:t>
            </a:r>
          </a:p>
        </p:txBody>
      </p:sp>
      <p:sp>
        <p:nvSpPr>
          <p:cNvPr id="3" name="Content Placeholder 2"/>
          <p:cNvSpPr>
            <a:spLocks noGrp="1"/>
          </p:cNvSpPr>
          <p:nvPr>
            <p:ph idx="1"/>
          </p:nvPr>
        </p:nvSpPr>
        <p:spPr/>
        <p:txBody>
          <a:bodyPr/>
          <a:lstStyle/>
          <a:p>
            <a:r>
              <a:t>Audio forensics investigates audio recordings to gather evidence. This project specifically focuses on voice matching to identify individuals involved in crimes. Challenges include noise interference, voice manipulation, and the need for precise tools.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00B0F0"/>
                </a:solidFill>
              </a:rPr>
              <a:t>Reasons Behind the Problem</a:t>
            </a:r>
          </a:p>
        </p:txBody>
      </p:sp>
      <p:sp>
        <p:nvSpPr>
          <p:cNvPr id="3" name="Content Placeholder 2"/>
          <p:cNvSpPr>
            <a:spLocks noGrp="1"/>
          </p:cNvSpPr>
          <p:nvPr>
            <p:ph idx="1"/>
          </p:nvPr>
        </p:nvSpPr>
        <p:spPr/>
        <p:txBody>
          <a:bodyPr/>
          <a:lstStyle/>
          <a:p>
            <a:r>
              <a:t>- Increasing use of digital communication for criminal activities.</a:t>
            </a:r>
          </a:p>
          <a:p>
            <a:r>
              <a:t>- Difficulty in detecting altered or manipulated audio files.</a:t>
            </a:r>
          </a:p>
          <a:p>
            <a:r>
              <a:t>- Limited availability of reliable forensic tools.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solidFill>
                  <a:srgbClr val="00B0F0"/>
                </a:solidFill>
              </a:rPr>
              <a:t>Possible Solutions/Countermeasures</a:t>
            </a:r>
          </a:p>
        </p:txBody>
      </p:sp>
      <p:sp>
        <p:nvSpPr>
          <p:cNvPr id="3" name="Content Placeholder 2"/>
          <p:cNvSpPr>
            <a:spLocks noGrp="1"/>
          </p:cNvSpPr>
          <p:nvPr>
            <p:ph idx="1"/>
          </p:nvPr>
        </p:nvSpPr>
        <p:spPr/>
        <p:txBody>
          <a:bodyPr/>
          <a:lstStyle/>
          <a:p>
            <a:r>
              <a:t>- Employ advanced AI/ML models for accurate voice matching.</a:t>
            </a:r>
          </a:p>
          <a:p>
            <a:r>
              <a:t>- Use tools like Audacity and Goldwave for preprocessing and analysis.</a:t>
            </a:r>
          </a:p>
          <a:p>
            <a:r>
              <a:t>- Implement stricter regulations on audio manipulation and ensure the authenticity of evidence.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solidFill>
                  <a:srgbClr val="FF0000"/>
                </a:solidFill>
              </a:rPr>
              <a:t>Thank You</a:t>
            </a:r>
          </a:p>
        </p:txBody>
      </p:sp>
      <p:sp>
        <p:nvSpPr>
          <p:cNvPr id="3" name="Content Placeholder 2"/>
          <p:cNvSpPr>
            <a:spLocks noGrp="1"/>
          </p:cNvSpPr>
          <p:nvPr>
            <p:ph idx="1"/>
          </p:nvPr>
        </p:nvSpPr>
        <p:spPr/>
        <p:txBody>
          <a:bodyPr/>
          <a:lstStyle/>
          <a:p>
            <a:r>
              <a:rPr dirty="0"/>
              <a:t>Thank you for your attention and support throughout this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247</Words>
  <Application>Microsoft Office PowerPoint</Application>
  <PresentationFormat>On-screen Show (4:3)</PresentationFormat>
  <Paragraphs>26</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CYBER GYAN VIRTUAL INTERNSHIP PROGRAM</vt:lpstr>
      <vt:lpstr>Title: Audio Forensics Project</vt:lpstr>
      <vt:lpstr>Problem Statement</vt:lpstr>
      <vt:lpstr>Technology/Tools to be Used</vt:lpstr>
      <vt:lpstr>About the Problem</vt:lpstr>
      <vt:lpstr>Reasons Behind the Problem</vt:lpstr>
      <vt:lpstr>Possible Solutions/Countermeasures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Sameer Singh</dc:creator>
  <cp:keywords/>
  <dc:description>generated using python-pptx</dc:description>
  <cp:lastModifiedBy>Sameer Singh</cp:lastModifiedBy>
  <cp:revision>2</cp:revision>
  <dcterms:created xsi:type="dcterms:W3CDTF">2013-01-27T09:14:16Z</dcterms:created>
  <dcterms:modified xsi:type="dcterms:W3CDTF">2024-12-19T23:01:11Z</dcterms:modified>
  <cp:category/>
</cp:coreProperties>
</file>